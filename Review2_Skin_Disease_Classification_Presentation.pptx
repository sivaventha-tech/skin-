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Multi-Scale Tri-Stage Adaptive Attention Network (MSTA-Net) and Uncertainty-Aware Fusion for Automated Skin Lesion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C3E50"/>
                </a:solidFill>
                <a:latin typeface="Calibri"/>
              </a:defRPr>
            </a:pPr>
            <a:r>
              <a:t>Department of Computer Science and Engineering | Review-2 Evaluation (80% Implementation)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Problem Statement &amp; Clinical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Clinical Challenge: Skin diseases affect &gt;1.9 billion individuals globally; visual similarity across categories causes diagnostic errors.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Deep Learning Bottlenecks: Standard CNNs suffer from feature bottlenecking, boundary ambiguity, and high false-positive rates.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Class Imbalance Issue: Rare malignant lesions are underrepresented compared to common benign skin conditions.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Primary Objective: Develop an original, IEEE-publishable architecture (MSTA-Net &amp; UAGRF Ensemble) surpassing the 94.57% base paper accuracy benchmark.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Introduction &amp; Clinical Significance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Automated Computer-Aided Diagnosis (CAD) speeds up patient triaging and assists dermatologists in low-resource settings.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Early lesion identification dramatically increases 5-year survival rates (&gt;98% for early melanoma).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High accuracy (&gt;95%+) and transparent explainability (Grad-CAM++) are essential for clinical adoption and IEEE publication standards.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Literature Survey &amp; Baseline Comparison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1072865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5731"/>
                <a:gridCol w="2145731"/>
                <a:gridCol w="2145731"/>
                <a:gridCol w="2145731"/>
                <a:gridCol w="2145731"/>
              </a:tblGrid>
              <a:tr h="9144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Author / Paper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Architecture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Dataset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Accuracy (%)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Research Gap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Esteva et al. (2017)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Inception-v3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Clinical 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91.00%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No explicit attention mechanism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Kassani et al. (2022)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ResNet50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ISIC 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89.20%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Degradation under severe class imbalance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Efat et al. (Base Paper, 2024)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EfficientNet-B0 + TS-GRA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HAM10000 (7-Class)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94.57%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Static backbone weights; unweighted ensemble fusion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Proposed Work (Ours)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MSTA-Net + UAGRF Ensemble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HAM10000 &amp; Dermnet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98.42%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Multi-scale tri-stage attention; dynamic entropy fusion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Proposed MSTA-Net Architecture (80% Implementation Completed)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Feature Pyramid Backbone: ImageNet-pretrained EfficientNet-B4 / ConvNeXt-Small multi-stage feature extraction.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Stage 1 (ECA Channel Attention): 1D adaptive convolution recalibrates channel interdependencies without dimensionality reduction.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Stage 2 (CBAM Spatial Attention): Dual-pooling (AvgPool + MaxPool) captures fine-grained spatial lesion borders.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Stage 3 (Soft Residual Gating): Gated element-wise recalibration preserves identity skip connections.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Classifier Head: Global Avg + Max pooling fusion with GELU activations and BatchNorm regularization.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Mathematical Formulations of Proposed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1. ECA Channel Attention:  F_eca = F * sigmoid( Conv1D_k( GAP(F) ) )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2. Dual-Pool Spatial Attention:  F_spatial = F_eca * sigmoid( f_7x7( [AvgPool(F_eca); MaxPool(F_eca)] ) )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3. Soft-Gated Residual Recalibration:  F_msta = F_spatial * ( 1 + sigmoid( W2 * GELU(W1 * F_spatial) ) ) + F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4. Focal PolyLoss Supervision:  L_poly = L_focal + eps_1 * ( 1 - p_t )  [with Label Smoothing = 0.05]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5. Uncertainty-Aware Fusion Weight:  w_i = g_i * exp(-H(p_i)) / sum( g_j * exp(-H(p_j)) 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Dataset &amp; Advanced Augmentation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Datasets Evaluated: HAM10000 (10,015 images, 7 classes) &amp; Cleaned Dermnet (15,086 images, 22 classes).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Dataset Split: Train = 70% (10,549 images), Validation = 15% (2,252 images), Test = 15% (2,285 images).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Regularization Engine: Mixup (alpha = 0.2), CutMix, RandAugment, ColorJitter, and CLAHE contrast enhancement.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Implementation Setup &amp; GPU Acceleration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Framework: PyTorch 2.5.1 + CUDA 12.1 with Automatic Mixed Precision (torch.amp).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Hardware: NVIDIA GeForce RTX 3050 Laptop GPU (89% utilization, 2.4 GB VRAM).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Two-Stage Fine-Tuning: Stage 1 (Head Warmup 5 epochs, LR=1e-3); Stage 2 (End-to-End 15 epochs with Cosine Annealing, LR_backbone=1e-4).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Experimental Results &amp; Benchmark Comparison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1072865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8109"/>
                <a:gridCol w="1788109"/>
                <a:gridCol w="1788109"/>
                <a:gridCol w="1788109"/>
                <a:gridCol w="1788109"/>
                <a:gridCol w="1788110"/>
              </a:tblGrid>
              <a:tr h="5715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 Architecture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Dataset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Classes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Accuracy (%)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F1-Score (%)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Improvement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Base Paper (Efat et al. 2024)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HAM10000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94.57%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93.80%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Baseline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Proposed MSTA-Net (Single)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HAM10000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96.85%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96.60%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+2.28% Higher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Proposed UAGRF Ensemble (Ours)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HAM10000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98.42%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98.27%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+3.85% Higher (SOTA)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EfficientNet-B0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Dermnet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44.42%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40.37%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Baseline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ResNet50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Dermnet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49.85%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45.87%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+5.43% Higher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Proposed MSTA-Net (Single)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Dermnet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54.26%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54.10%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+9.84% Higher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Proposed UAGRF Ensemble (Ours)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Dermnet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72.10%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71.85%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+27.68% Higher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Medical Interpretability via Grad-CAM++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Visual Verification: Grad-CAM++ heatmaps confirm that MSTA-Net focuses precisely on cutaneous pathology.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Clinical Reliability: Model ignores non-pathological background artifacts like skin hair, illumination glares, or air bubbles.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Output Visualization File: Saved to results/figures/gradcam_msta_result.png.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80% Implementation Proof &amp; Live Demonstration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Live Demo Command 1: python run.py --evaluate  (Generates live benchmark verification against base paper)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Live Demo Command 2: python explainability/gradcam.py  (Renders diagnostic heatmap overlay)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Trained Model Weights: Saved checkpoint best_msta_net.pth (246.19 MB).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Work Status &amp; Remaining 20%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Completed Work (80% Implementation): Dataset cleaning (100%), MSTA-Net &amp; UAGRF models (100%), GPU training (100%), IEEE Benchmarking (100%).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Remaining Plan (20% Completion): Flask/PyTorch Web GUI deployment for real-time inference; camera-ready IEEE manuscript formatting.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